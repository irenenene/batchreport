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1" r:id="rId5"/>
    <p:sldId id="258" r:id="rId6"/>
    <p:sldId id="259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277B2B-2837-451B-AB9D-06D5F2C3834E}" type="doc">
      <dgm:prSet loTypeId="urn:microsoft.com/office/officeart/2005/8/layout/process1" loCatId="process" qsTypeId="urn:microsoft.com/office/officeart/2005/8/quickstyle/simple1" qsCatId="simple" csTypeId="urn:microsoft.com/office/officeart/2005/8/colors/accent0_3" csCatId="mainScheme" phldr="1"/>
      <dgm:spPr/>
    </dgm:pt>
    <dgm:pt modelId="{0C128FD2-3106-4564-9DB0-6F9D1D8DE1B7}">
      <dgm:prSet phldrT="[Text]"/>
      <dgm:spPr/>
      <dgm:t>
        <a:bodyPr/>
        <a:lstStyle/>
        <a:p>
          <a:r>
            <a:rPr lang="en-US" dirty="0"/>
            <a:t>Scan</a:t>
          </a:r>
        </a:p>
      </dgm:t>
    </dgm:pt>
    <dgm:pt modelId="{684742C0-18B4-4828-AB3B-90F1729B73F0}" type="parTrans" cxnId="{493356B4-C62C-4360-AA09-6C745EA4BA60}">
      <dgm:prSet/>
      <dgm:spPr/>
      <dgm:t>
        <a:bodyPr/>
        <a:lstStyle/>
        <a:p>
          <a:endParaRPr lang="en-US"/>
        </a:p>
      </dgm:t>
    </dgm:pt>
    <dgm:pt modelId="{A70A8FFA-801F-4F70-8738-AA7E970C5AC7}" type="sibTrans" cxnId="{493356B4-C62C-4360-AA09-6C745EA4BA60}">
      <dgm:prSet/>
      <dgm:spPr/>
      <dgm:t>
        <a:bodyPr/>
        <a:lstStyle/>
        <a:p>
          <a:endParaRPr lang="en-US"/>
        </a:p>
      </dgm:t>
    </dgm:pt>
    <dgm:pt modelId="{C2D5CFA9-2F19-46ED-9E03-06EA9B44B3C3}">
      <dgm:prSet phldrT="[Text]"/>
      <dgm:spPr/>
      <dgm:t>
        <a:bodyPr/>
        <a:lstStyle/>
        <a:p>
          <a:r>
            <a:rPr lang="en-US"/>
            <a:t>Data Entry</a:t>
          </a:r>
        </a:p>
      </dgm:t>
    </dgm:pt>
    <dgm:pt modelId="{B13F0F85-CB18-4CDC-A4C4-02FB16B6B8C9}" type="parTrans" cxnId="{16C72BC3-C00A-4ABC-9543-E498B29BFA97}">
      <dgm:prSet/>
      <dgm:spPr/>
      <dgm:t>
        <a:bodyPr/>
        <a:lstStyle/>
        <a:p>
          <a:endParaRPr lang="en-US"/>
        </a:p>
      </dgm:t>
    </dgm:pt>
    <dgm:pt modelId="{6A8CE24B-19EC-4E0E-AB45-A3EC1A99718D}" type="sibTrans" cxnId="{16C72BC3-C00A-4ABC-9543-E498B29BFA97}">
      <dgm:prSet/>
      <dgm:spPr/>
      <dgm:t>
        <a:bodyPr/>
        <a:lstStyle/>
        <a:p>
          <a:endParaRPr lang="en-US"/>
        </a:p>
      </dgm:t>
    </dgm:pt>
    <dgm:pt modelId="{F78BB9EA-49F2-4A97-B29B-46D975277F4F}">
      <dgm:prSet phldrT="[Text]"/>
      <dgm:spPr/>
      <dgm:t>
        <a:bodyPr/>
        <a:lstStyle/>
        <a:p>
          <a:r>
            <a:rPr lang="en-US"/>
            <a:t>AOS</a:t>
          </a:r>
        </a:p>
      </dgm:t>
    </dgm:pt>
    <dgm:pt modelId="{CFDBFA20-D9EA-4A26-BE41-5B7C4DF96276}" type="parTrans" cxnId="{8A8CAAB6-466D-431D-94C1-92A807AA4E49}">
      <dgm:prSet/>
      <dgm:spPr/>
      <dgm:t>
        <a:bodyPr/>
        <a:lstStyle/>
        <a:p>
          <a:endParaRPr lang="en-US"/>
        </a:p>
      </dgm:t>
    </dgm:pt>
    <dgm:pt modelId="{FC93F2DC-58AE-4982-85B2-DC50154D02F0}" type="sibTrans" cxnId="{8A8CAAB6-466D-431D-94C1-92A807AA4E49}">
      <dgm:prSet/>
      <dgm:spPr/>
      <dgm:t>
        <a:bodyPr/>
        <a:lstStyle/>
        <a:p>
          <a:endParaRPr lang="en-US"/>
        </a:p>
      </dgm:t>
    </dgm:pt>
    <dgm:pt modelId="{4A15BA87-F604-4648-B8AF-3A94C4EE59A6}">
      <dgm:prSet phldrT="[Text]"/>
      <dgm:spPr/>
      <dgm:t>
        <a:bodyPr/>
        <a:lstStyle/>
        <a:p>
          <a:r>
            <a:rPr lang="en-US"/>
            <a:t>Accounts Payable</a:t>
          </a:r>
        </a:p>
      </dgm:t>
    </dgm:pt>
    <dgm:pt modelId="{6A09730B-F513-4935-AD32-E52D869E600B}" type="parTrans" cxnId="{1E74D541-7017-4D4E-96A1-05A7A8004295}">
      <dgm:prSet/>
      <dgm:spPr/>
      <dgm:t>
        <a:bodyPr/>
        <a:lstStyle/>
        <a:p>
          <a:endParaRPr lang="en-US"/>
        </a:p>
      </dgm:t>
    </dgm:pt>
    <dgm:pt modelId="{51975959-4738-4F7A-BB6E-A135EBB7353D}" type="sibTrans" cxnId="{1E74D541-7017-4D4E-96A1-05A7A8004295}">
      <dgm:prSet/>
      <dgm:spPr/>
      <dgm:t>
        <a:bodyPr/>
        <a:lstStyle/>
        <a:p>
          <a:endParaRPr lang="en-US"/>
        </a:p>
      </dgm:t>
    </dgm:pt>
    <dgm:pt modelId="{DAA720F5-8952-48E5-ACE6-E52107B0F144}">
      <dgm:prSet phldrT="[Text]"/>
      <dgm:spPr/>
      <dgm:t>
        <a:bodyPr/>
        <a:lstStyle/>
        <a:p>
          <a:r>
            <a:rPr lang="en-US" dirty="0"/>
            <a:t>ERP</a:t>
          </a:r>
        </a:p>
      </dgm:t>
    </dgm:pt>
    <dgm:pt modelId="{8A6EBD0B-F1EA-4730-94BF-E4DD2698C254}" type="parTrans" cxnId="{34D8E22E-6F12-4410-B9E9-782DBADB3BAE}">
      <dgm:prSet/>
      <dgm:spPr/>
      <dgm:t>
        <a:bodyPr/>
        <a:lstStyle/>
        <a:p>
          <a:endParaRPr lang="en-US"/>
        </a:p>
      </dgm:t>
    </dgm:pt>
    <dgm:pt modelId="{BA0A8FDC-6C1C-40EA-8CE0-6BE5DA590FF1}" type="sibTrans" cxnId="{34D8E22E-6F12-4410-B9E9-782DBADB3BAE}">
      <dgm:prSet/>
      <dgm:spPr/>
      <dgm:t>
        <a:bodyPr/>
        <a:lstStyle/>
        <a:p>
          <a:endParaRPr lang="en-US"/>
        </a:p>
      </dgm:t>
    </dgm:pt>
    <dgm:pt modelId="{7327D7A2-2426-47AD-B82B-B830CC3EBA3E}">
      <dgm:prSet phldrT="[Text]"/>
      <dgm:spPr/>
      <dgm:t>
        <a:bodyPr/>
        <a:lstStyle/>
        <a:p>
          <a:r>
            <a:rPr lang="en-US" dirty="0"/>
            <a:t>Prep</a:t>
          </a:r>
        </a:p>
      </dgm:t>
    </dgm:pt>
    <dgm:pt modelId="{066A938E-5366-4527-85FA-C2173ADEDF2F}" type="parTrans" cxnId="{A93A139B-6231-4F53-99AD-2E3925CFDFFB}">
      <dgm:prSet/>
      <dgm:spPr/>
      <dgm:t>
        <a:bodyPr/>
        <a:lstStyle/>
        <a:p>
          <a:endParaRPr lang="en-US"/>
        </a:p>
      </dgm:t>
    </dgm:pt>
    <dgm:pt modelId="{4D493647-7325-4FE6-8DCE-560F798FEA55}" type="sibTrans" cxnId="{A93A139B-6231-4F53-99AD-2E3925CFDFFB}">
      <dgm:prSet/>
      <dgm:spPr/>
      <dgm:t>
        <a:bodyPr/>
        <a:lstStyle/>
        <a:p>
          <a:endParaRPr lang="en-US"/>
        </a:p>
      </dgm:t>
    </dgm:pt>
    <dgm:pt modelId="{A84CBCC1-C846-430F-B645-DEE15E43994A}">
      <dgm:prSet phldrT="[Text]"/>
      <dgm:spPr/>
      <dgm:t>
        <a:bodyPr/>
        <a:lstStyle/>
        <a:p>
          <a:r>
            <a:rPr lang="en-US" dirty="0"/>
            <a:t>Invoice Received</a:t>
          </a:r>
        </a:p>
      </dgm:t>
    </dgm:pt>
    <dgm:pt modelId="{5DB3B62E-9435-4B7F-BC5E-428342E60DCB}" type="parTrans" cxnId="{EB27A02B-0360-45D5-94F8-490889109EA8}">
      <dgm:prSet/>
      <dgm:spPr/>
      <dgm:t>
        <a:bodyPr/>
        <a:lstStyle/>
        <a:p>
          <a:endParaRPr lang="en-US"/>
        </a:p>
      </dgm:t>
    </dgm:pt>
    <dgm:pt modelId="{25A9EB0C-D6F6-4110-A119-BA26FE06ABCD}" type="sibTrans" cxnId="{EB27A02B-0360-45D5-94F8-490889109EA8}">
      <dgm:prSet/>
      <dgm:spPr/>
      <dgm:t>
        <a:bodyPr/>
        <a:lstStyle/>
        <a:p>
          <a:endParaRPr lang="en-US"/>
        </a:p>
      </dgm:t>
    </dgm:pt>
    <dgm:pt modelId="{A7C2C519-9CF0-4E4C-8D4C-16ECBB390292}" type="pres">
      <dgm:prSet presAssocID="{B5277B2B-2837-451B-AB9D-06D5F2C3834E}" presName="Name0" presStyleCnt="0">
        <dgm:presLayoutVars>
          <dgm:dir/>
          <dgm:resizeHandles val="exact"/>
        </dgm:presLayoutVars>
      </dgm:prSet>
      <dgm:spPr/>
    </dgm:pt>
    <dgm:pt modelId="{75F6A1E9-5E97-4589-9330-B1888CFA664E}" type="pres">
      <dgm:prSet presAssocID="{A84CBCC1-C846-430F-B645-DEE15E43994A}" presName="node" presStyleLbl="node1" presStyleIdx="0" presStyleCnt="7">
        <dgm:presLayoutVars>
          <dgm:bulletEnabled val="1"/>
        </dgm:presLayoutVars>
      </dgm:prSet>
      <dgm:spPr/>
    </dgm:pt>
    <dgm:pt modelId="{769541C1-222A-4B46-87BB-DDD9A9545265}" type="pres">
      <dgm:prSet presAssocID="{25A9EB0C-D6F6-4110-A119-BA26FE06ABCD}" presName="sibTrans" presStyleLbl="sibTrans2D1" presStyleIdx="0" presStyleCnt="6"/>
      <dgm:spPr/>
    </dgm:pt>
    <dgm:pt modelId="{86078B05-5486-4E32-9C2B-EB6C8CEF08D8}" type="pres">
      <dgm:prSet presAssocID="{25A9EB0C-D6F6-4110-A119-BA26FE06ABCD}" presName="connectorText" presStyleLbl="sibTrans2D1" presStyleIdx="0" presStyleCnt="6"/>
      <dgm:spPr/>
    </dgm:pt>
    <dgm:pt modelId="{0DA606C9-8194-4CCE-ACE7-CCF0D488C4D9}" type="pres">
      <dgm:prSet presAssocID="{7327D7A2-2426-47AD-B82B-B830CC3EBA3E}" presName="node" presStyleLbl="node1" presStyleIdx="1" presStyleCnt="7">
        <dgm:presLayoutVars>
          <dgm:bulletEnabled val="1"/>
        </dgm:presLayoutVars>
      </dgm:prSet>
      <dgm:spPr/>
    </dgm:pt>
    <dgm:pt modelId="{7A88E8FE-6A91-490D-A109-70DBFB3DD665}" type="pres">
      <dgm:prSet presAssocID="{4D493647-7325-4FE6-8DCE-560F798FEA55}" presName="sibTrans" presStyleLbl="sibTrans2D1" presStyleIdx="1" presStyleCnt="6"/>
      <dgm:spPr/>
    </dgm:pt>
    <dgm:pt modelId="{33F46618-31ED-49F9-8E6D-02FD9CBE07E9}" type="pres">
      <dgm:prSet presAssocID="{4D493647-7325-4FE6-8DCE-560F798FEA55}" presName="connectorText" presStyleLbl="sibTrans2D1" presStyleIdx="1" presStyleCnt="6"/>
      <dgm:spPr/>
    </dgm:pt>
    <dgm:pt modelId="{4D3F81FC-4DA4-40FE-9CA6-2CCFB8354088}" type="pres">
      <dgm:prSet presAssocID="{0C128FD2-3106-4564-9DB0-6F9D1D8DE1B7}" presName="node" presStyleLbl="node1" presStyleIdx="2" presStyleCnt="7">
        <dgm:presLayoutVars>
          <dgm:bulletEnabled val="1"/>
        </dgm:presLayoutVars>
      </dgm:prSet>
      <dgm:spPr/>
    </dgm:pt>
    <dgm:pt modelId="{0C757C30-9846-40A8-889C-5D521538220C}" type="pres">
      <dgm:prSet presAssocID="{A70A8FFA-801F-4F70-8738-AA7E970C5AC7}" presName="sibTrans" presStyleLbl="sibTrans2D1" presStyleIdx="2" presStyleCnt="6"/>
      <dgm:spPr/>
    </dgm:pt>
    <dgm:pt modelId="{2C11FE68-C17B-4368-887B-4148886C6397}" type="pres">
      <dgm:prSet presAssocID="{A70A8FFA-801F-4F70-8738-AA7E970C5AC7}" presName="connectorText" presStyleLbl="sibTrans2D1" presStyleIdx="2" presStyleCnt="6"/>
      <dgm:spPr/>
    </dgm:pt>
    <dgm:pt modelId="{780F0776-6834-4712-93F5-9E96BBA85F33}" type="pres">
      <dgm:prSet presAssocID="{C2D5CFA9-2F19-46ED-9E03-06EA9B44B3C3}" presName="node" presStyleLbl="node1" presStyleIdx="3" presStyleCnt="7">
        <dgm:presLayoutVars>
          <dgm:bulletEnabled val="1"/>
        </dgm:presLayoutVars>
      </dgm:prSet>
      <dgm:spPr/>
    </dgm:pt>
    <dgm:pt modelId="{A2F0C7C7-5A92-4A93-B211-FA7B1FFC09CB}" type="pres">
      <dgm:prSet presAssocID="{6A8CE24B-19EC-4E0E-AB45-A3EC1A99718D}" presName="sibTrans" presStyleLbl="sibTrans2D1" presStyleIdx="3" presStyleCnt="6"/>
      <dgm:spPr/>
    </dgm:pt>
    <dgm:pt modelId="{695C3506-B23F-4263-B9D3-98455B77911A}" type="pres">
      <dgm:prSet presAssocID="{6A8CE24B-19EC-4E0E-AB45-A3EC1A99718D}" presName="connectorText" presStyleLbl="sibTrans2D1" presStyleIdx="3" presStyleCnt="6"/>
      <dgm:spPr/>
    </dgm:pt>
    <dgm:pt modelId="{A7CA64D4-F112-48DB-85D7-CBA422324584}" type="pres">
      <dgm:prSet presAssocID="{F78BB9EA-49F2-4A97-B29B-46D975277F4F}" presName="node" presStyleLbl="node1" presStyleIdx="4" presStyleCnt="7">
        <dgm:presLayoutVars>
          <dgm:bulletEnabled val="1"/>
        </dgm:presLayoutVars>
      </dgm:prSet>
      <dgm:spPr/>
    </dgm:pt>
    <dgm:pt modelId="{156F1F21-79F4-49DF-BB83-4EB71EDA53F4}" type="pres">
      <dgm:prSet presAssocID="{FC93F2DC-58AE-4982-85B2-DC50154D02F0}" presName="sibTrans" presStyleLbl="sibTrans2D1" presStyleIdx="4" presStyleCnt="6"/>
      <dgm:spPr/>
    </dgm:pt>
    <dgm:pt modelId="{2B23A655-C6A1-4D43-B423-C230FDA14A87}" type="pres">
      <dgm:prSet presAssocID="{FC93F2DC-58AE-4982-85B2-DC50154D02F0}" presName="connectorText" presStyleLbl="sibTrans2D1" presStyleIdx="4" presStyleCnt="6"/>
      <dgm:spPr/>
    </dgm:pt>
    <dgm:pt modelId="{2876F1E6-7D37-48F7-A77C-21CE872A0413}" type="pres">
      <dgm:prSet presAssocID="{4A15BA87-F604-4648-B8AF-3A94C4EE59A6}" presName="node" presStyleLbl="node1" presStyleIdx="5" presStyleCnt="7">
        <dgm:presLayoutVars>
          <dgm:bulletEnabled val="1"/>
        </dgm:presLayoutVars>
      </dgm:prSet>
      <dgm:spPr/>
    </dgm:pt>
    <dgm:pt modelId="{F769BBAB-A62E-4287-842A-042636F9BB70}" type="pres">
      <dgm:prSet presAssocID="{51975959-4738-4F7A-BB6E-A135EBB7353D}" presName="sibTrans" presStyleLbl="sibTrans2D1" presStyleIdx="5" presStyleCnt="6"/>
      <dgm:spPr/>
    </dgm:pt>
    <dgm:pt modelId="{E6CE16EE-6AFC-470F-803C-01BA5600A6A3}" type="pres">
      <dgm:prSet presAssocID="{51975959-4738-4F7A-BB6E-A135EBB7353D}" presName="connectorText" presStyleLbl="sibTrans2D1" presStyleIdx="5" presStyleCnt="6"/>
      <dgm:spPr/>
    </dgm:pt>
    <dgm:pt modelId="{891EB188-6815-4C10-9F88-7D96FE06F3AC}" type="pres">
      <dgm:prSet presAssocID="{DAA720F5-8952-48E5-ACE6-E52107B0F144}" presName="node" presStyleLbl="node1" presStyleIdx="6" presStyleCnt="7">
        <dgm:presLayoutVars>
          <dgm:bulletEnabled val="1"/>
        </dgm:presLayoutVars>
      </dgm:prSet>
      <dgm:spPr/>
    </dgm:pt>
  </dgm:ptLst>
  <dgm:cxnLst>
    <dgm:cxn modelId="{9C377605-05D3-4B6F-807E-C8FF09D952B8}" type="presOf" srcId="{4A15BA87-F604-4648-B8AF-3A94C4EE59A6}" destId="{2876F1E6-7D37-48F7-A77C-21CE872A0413}" srcOrd="0" destOrd="0" presId="urn:microsoft.com/office/officeart/2005/8/layout/process1"/>
    <dgm:cxn modelId="{03F35511-30E2-477C-ADA9-9543D872A9BF}" type="presOf" srcId="{6A8CE24B-19EC-4E0E-AB45-A3EC1A99718D}" destId="{695C3506-B23F-4263-B9D3-98455B77911A}" srcOrd="1" destOrd="0" presId="urn:microsoft.com/office/officeart/2005/8/layout/process1"/>
    <dgm:cxn modelId="{9FB72F13-43F2-42D2-B686-178B420F6E9B}" type="presOf" srcId="{A70A8FFA-801F-4F70-8738-AA7E970C5AC7}" destId="{0C757C30-9846-40A8-889C-5D521538220C}" srcOrd="0" destOrd="0" presId="urn:microsoft.com/office/officeart/2005/8/layout/process1"/>
    <dgm:cxn modelId="{CD429E20-9791-4B6E-88F8-191767E6C028}" type="presOf" srcId="{7327D7A2-2426-47AD-B82B-B830CC3EBA3E}" destId="{0DA606C9-8194-4CCE-ACE7-CCF0D488C4D9}" srcOrd="0" destOrd="0" presId="urn:microsoft.com/office/officeart/2005/8/layout/process1"/>
    <dgm:cxn modelId="{379DE225-7183-47E6-8204-031D7C7C5B37}" type="presOf" srcId="{A70A8FFA-801F-4F70-8738-AA7E970C5AC7}" destId="{2C11FE68-C17B-4368-887B-4148886C6397}" srcOrd="1" destOrd="0" presId="urn:microsoft.com/office/officeart/2005/8/layout/process1"/>
    <dgm:cxn modelId="{45BB7326-D22D-477F-81AE-BF53D056E06F}" type="presOf" srcId="{A84CBCC1-C846-430F-B645-DEE15E43994A}" destId="{75F6A1E9-5E97-4589-9330-B1888CFA664E}" srcOrd="0" destOrd="0" presId="urn:microsoft.com/office/officeart/2005/8/layout/process1"/>
    <dgm:cxn modelId="{EB27A02B-0360-45D5-94F8-490889109EA8}" srcId="{B5277B2B-2837-451B-AB9D-06D5F2C3834E}" destId="{A84CBCC1-C846-430F-B645-DEE15E43994A}" srcOrd="0" destOrd="0" parTransId="{5DB3B62E-9435-4B7F-BC5E-428342E60DCB}" sibTransId="{25A9EB0C-D6F6-4110-A119-BA26FE06ABCD}"/>
    <dgm:cxn modelId="{34D8E22E-6F12-4410-B9E9-782DBADB3BAE}" srcId="{B5277B2B-2837-451B-AB9D-06D5F2C3834E}" destId="{DAA720F5-8952-48E5-ACE6-E52107B0F144}" srcOrd="6" destOrd="0" parTransId="{8A6EBD0B-F1EA-4730-94BF-E4DD2698C254}" sibTransId="{BA0A8FDC-6C1C-40EA-8CE0-6BE5DA590FF1}"/>
    <dgm:cxn modelId="{91888A5B-BA56-4CBF-852A-BC97F4C86A4E}" type="presOf" srcId="{B5277B2B-2837-451B-AB9D-06D5F2C3834E}" destId="{A7C2C519-9CF0-4E4C-8D4C-16ECBB390292}" srcOrd="0" destOrd="0" presId="urn:microsoft.com/office/officeart/2005/8/layout/process1"/>
    <dgm:cxn modelId="{0D01E15E-05A9-44C4-92EA-CCB84822FAFA}" type="presOf" srcId="{FC93F2DC-58AE-4982-85B2-DC50154D02F0}" destId="{2B23A655-C6A1-4D43-B423-C230FDA14A87}" srcOrd="1" destOrd="0" presId="urn:microsoft.com/office/officeart/2005/8/layout/process1"/>
    <dgm:cxn modelId="{1E74D541-7017-4D4E-96A1-05A7A8004295}" srcId="{B5277B2B-2837-451B-AB9D-06D5F2C3834E}" destId="{4A15BA87-F604-4648-B8AF-3A94C4EE59A6}" srcOrd="5" destOrd="0" parTransId="{6A09730B-F513-4935-AD32-E52D869E600B}" sibTransId="{51975959-4738-4F7A-BB6E-A135EBB7353D}"/>
    <dgm:cxn modelId="{6151DE4E-1553-4D09-BDA5-309FA1333CE5}" type="presOf" srcId="{0C128FD2-3106-4564-9DB0-6F9D1D8DE1B7}" destId="{4D3F81FC-4DA4-40FE-9CA6-2CCFB8354088}" srcOrd="0" destOrd="0" presId="urn:microsoft.com/office/officeart/2005/8/layout/process1"/>
    <dgm:cxn modelId="{A93A139B-6231-4F53-99AD-2E3925CFDFFB}" srcId="{B5277B2B-2837-451B-AB9D-06D5F2C3834E}" destId="{7327D7A2-2426-47AD-B82B-B830CC3EBA3E}" srcOrd="1" destOrd="0" parTransId="{066A938E-5366-4527-85FA-C2173ADEDF2F}" sibTransId="{4D493647-7325-4FE6-8DCE-560F798FEA55}"/>
    <dgm:cxn modelId="{A78EC1B1-4BAE-4144-AF40-A789556AC0E0}" type="presOf" srcId="{4D493647-7325-4FE6-8DCE-560F798FEA55}" destId="{7A88E8FE-6A91-490D-A109-70DBFB3DD665}" srcOrd="0" destOrd="0" presId="urn:microsoft.com/office/officeart/2005/8/layout/process1"/>
    <dgm:cxn modelId="{8F6D2BB3-87B2-4819-B911-65DE6294C521}" type="presOf" srcId="{F78BB9EA-49F2-4A97-B29B-46D975277F4F}" destId="{A7CA64D4-F112-48DB-85D7-CBA422324584}" srcOrd="0" destOrd="0" presId="urn:microsoft.com/office/officeart/2005/8/layout/process1"/>
    <dgm:cxn modelId="{493356B4-C62C-4360-AA09-6C745EA4BA60}" srcId="{B5277B2B-2837-451B-AB9D-06D5F2C3834E}" destId="{0C128FD2-3106-4564-9DB0-6F9D1D8DE1B7}" srcOrd="2" destOrd="0" parTransId="{684742C0-18B4-4828-AB3B-90F1729B73F0}" sibTransId="{A70A8FFA-801F-4F70-8738-AA7E970C5AC7}"/>
    <dgm:cxn modelId="{8A8CAAB6-466D-431D-94C1-92A807AA4E49}" srcId="{B5277B2B-2837-451B-AB9D-06D5F2C3834E}" destId="{F78BB9EA-49F2-4A97-B29B-46D975277F4F}" srcOrd="4" destOrd="0" parTransId="{CFDBFA20-D9EA-4A26-BE41-5B7C4DF96276}" sibTransId="{FC93F2DC-58AE-4982-85B2-DC50154D02F0}"/>
    <dgm:cxn modelId="{16C72BC3-C00A-4ABC-9543-E498B29BFA97}" srcId="{B5277B2B-2837-451B-AB9D-06D5F2C3834E}" destId="{C2D5CFA9-2F19-46ED-9E03-06EA9B44B3C3}" srcOrd="3" destOrd="0" parTransId="{B13F0F85-CB18-4CDC-A4C4-02FB16B6B8C9}" sibTransId="{6A8CE24B-19EC-4E0E-AB45-A3EC1A99718D}"/>
    <dgm:cxn modelId="{86C717C4-D7AC-49AF-8414-DCF8517872ED}" type="presOf" srcId="{51975959-4738-4F7A-BB6E-A135EBB7353D}" destId="{E6CE16EE-6AFC-470F-803C-01BA5600A6A3}" srcOrd="1" destOrd="0" presId="urn:microsoft.com/office/officeart/2005/8/layout/process1"/>
    <dgm:cxn modelId="{C6C6ABC9-3552-4D05-BDF9-D8CE7AB64B8C}" type="presOf" srcId="{51975959-4738-4F7A-BB6E-A135EBB7353D}" destId="{F769BBAB-A62E-4287-842A-042636F9BB70}" srcOrd="0" destOrd="0" presId="urn:microsoft.com/office/officeart/2005/8/layout/process1"/>
    <dgm:cxn modelId="{BFF251CA-FC22-4082-B5BF-D1EE8280DCB8}" type="presOf" srcId="{C2D5CFA9-2F19-46ED-9E03-06EA9B44B3C3}" destId="{780F0776-6834-4712-93F5-9E96BBA85F33}" srcOrd="0" destOrd="0" presId="urn:microsoft.com/office/officeart/2005/8/layout/process1"/>
    <dgm:cxn modelId="{EA27B5E2-E013-42B1-A569-412A19CDA47F}" type="presOf" srcId="{25A9EB0C-D6F6-4110-A119-BA26FE06ABCD}" destId="{86078B05-5486-4E32-9C2B-EB6C8CEF08D8}" srcOrd="1" destOrd="0" presId="urn:microsoft.com/office/officeart/2005/8/layout/process1"/>
    <dgm:cxn modelId="{A356F0E5-F5F6-4669-A691-078C7E49CC70}" type="presOf" srcId="{DAA720F5-8952-48E5-ACE6-E52107B0F144}" destId="{891EB188-6815-4C10-9F88-7D96FE06F3AC}" srcOrd="0" destOrd="0" presId="urn:microsoft.com/office/officeart/2005/8/layout/process1"/>
    <dgm:cxn modelId="{8232C1ED-789F-4C36-9892-E8CF56F0D32F}" type="presOf" srcId="{4D493647-7325-4FE6-8DCE-560F798FEA55}" destId="{33F46618-31ED-49F9-8E6D-02FD9CBE07E9}" srcOrd="1" destOrd="0" presId="urn:microsoft.com/office/officeart/2005/8/layout/process1"/>
    <dgm:cxn modelId="{3408D5EE-A965-4AF1-A58E-337CD73F9253}" type="presOf" srcId="{6A8CE24B-19EC-4E0E-AB45-A3EC1A99718D}" destId="{A2F0C7C7-5A92-4A93-B211-FA7B1FFC09CB}" srcOrd="0" destOrd="0" presId="urn:microsoft.com/office/officeart/2005/8/layout/process1"/>
    <dgm:cxn modelId="{974E0DF2-9839-4718-9A3A-BF5F19E6B784}" type="presOf" srcId="{FC93F2DC-58AE-4982-85B2-DC50154D02F0}" destId="{156F1F21-79F4-49DF-BB83-4EB71EDA53F4}" srcOrd="0" destOrd="0" presId="urn:microsoft.com/office/officeart/2005/8/layout/process1"/>
    <dgm:cxn modelId="{FB17FAFB-B282-40B1-91D4-A993D7AE083E}" type="presOf" srcId="{25A9EB0C-D6F6-4110-A119-BA26FE06ABCD}" destId="{769541C1-222A-4B46-87BB-DDD9A9545265}" srcOrd="0" destOrd="0" presId="urn:microsoft.com/office/officeart/2005/8/layout/process1"/>
    <dgm:cxn modelId="{7A1DFBC4-44DD-4902-B055-577CFA115687}" type="presParOf" srcId="{A7C2C519-9CF0-4E4C-8D4C-16ECBB390292}" destId="{75F6A1E9-5E97-4589-9330-B1888CFA664E}" srcOrd="0" destOrd="0" presId="urn:microsoft.com/office/officeart/2005/8/layout/process1"/>
    <dgm:cxn modelId="{22300D0D-2AE2-4F89-9932-28D861BA4D85}" type="presParOf" srcId="{A7C2C519-9CF0-4E4C-8D4C-16ECBB390292}" destId="{769541C1-222A-4B46-87BB-DDD9A9545265}" srcOrd="1" destOrd="0" presId="urn:microsoft.com/office/officeart/2005/8/layout/process1"/>
    <dgm:cxn modelId="{C2B6E7B6-D3EA-425D-AC39-C3BF7F9FB58A}" type="presParOf" srcId="{769541C1-222A-4B46-87BB-DDD9A9545265}" destId="{86078B05-5486-4E32-9C2B-EB6C8CEF08D8}" srcOrd="0" destOrd="0" presId="urn:microsoft.com/office/officeart/2005/8/layout/process1"/>
    <dgm:cxn modelId="{8D77152E-9636-42EF-9C8E-C302FD8C67AB}" type="presParOf" srcId="{A7C2C519-9CF0-4E4C-8D4C-16ECBB390292}" destId="{0DA606C9-8194-4CCE-ACE7-CCF0D488C4D9}" srcOrd="2" destOrd="0" presId="urn:microsoft.com/office/officeart/2005/8/layout/process1"/>
    <dgm:cxn modelId="{E438A513-A2A4-4090-A6D3-08776A17922E}" type="presParOf" srcId="{A7C2C519-9CF0-4E4C-8D4C-16ECBB390292}" destId="{7A88E8FE-6A91-490D-A109-70DBFB3DD665}" srcOrd="3" destOrd="0" presId="urn:microsoft.com/office/officeart/2005/8/layout/process1"/>
    <dgm:cxn modelId="{64E393F7-814E-428C-96D1-AD6A07E0B431}" type="presParOf" srcId="{7A88E8FE-6A91-490D-A109-70DBFB3DD665}" destId="{33F46618-31ED-49F9-8E6D-02FD9CBE07E9}" srcOrd="0" destOrd="0" presId="urn:microsoft.com/office/officeart/2005/8/layout/process1"/>
    <dgm:cxn modelId="{11069DE9-29B8-4D99-A1F0-8B9ED5DFC4CB}" type="presParOf" srcId="{A7C2C519-9CF0-4E4C-8D4C-16ECBB390292}" destId="{4D3F81FC-4DA4-40FE-9CA6-2CCFB8354088}" srcOrd="4" destOrd="0" presId="urn:microsoft.com/office/officeart/2005/8/layout/process1"/>
    <dgm:cxn modelId="{8B567DE1-5BDE-4CC0-B6C0-D53F566526CF}" type="presParOf" srcId="{A7C2C519-9CF0-4E4C-8D4C-16ECBB390292}" destId="{0C757C30-9846-40A8-889C-5D521538220C}" srcOrd="5" destOrd="0" presId="urn:microsoft.com/office/officeart/2005/8/layout/process1"/>
    <dgm:cxn modelId="{628CF962-496F-48DB-9BC5-6CAA02822516}" type="presParOf" srcId="{0C757C30-9846-40A8-889C-5D521538220C}" destId="{2C11FE68-C17B-4368-887B-4148886C6397}" srcOrd="0" destOrd="0" presId="urn:microsoft.com/office/officeart/2005/8/layout/process1"/>
    <dgm:cxn modelId="{E15135A2-BFAA-4EB9-BF7E-9941CBBD999F}" type="presParOf" srcId="{A7C2C519-9CF0-4E4C-8D4C-16ECBB390292}" destId="{780F0776-6834-4712-93F5-9E96BBA85F33}" srcOrd="6" destOrd="0" presId="urn:microsoft.com/office/officeart/2005/8/layout/process1"/>
    <dgm:cxn modelId="{154DE276-DBAB-4F92-9B65-7197B3DACCAE}" type="presParOf" srcId="{A7C2C519-9CF0-4E4C-8D4C-16ECBB390292}" destId="{A2F0C7C7-5A92-4A93-B211-FA7B1FFC09CB}" srcOrd="7" destOrd="0" presId="urn:microsoft.com/office/officeart/2005/8/layout/process1"/>
    <dgm:cxn modelId="{D95B0829-3627-4CEA-BC69-33750A07788A}" type="presParOf" srcId="{A2F0C7C7-5A92-4A93-B211-FA7B1FFC09CB}" destId="{695C3506-B23F-4263-B9D3-98455B77911A}" srcOrd="0" destOrd="0" presId="urn:microsoft.com/office/officeart/2005/8/layout/process1"/>
    <dgm:cxn modelId="{6E11BA2E-8768-4C31-A37A-BE6B1268010B}" type="presParOf" srcId="{A7C2C519-9CF0-4E4C-8D4C-16ECBB390292}" destId="{A7CA64D4-F112-48DB-85D7-CBA422324584}" srcOrd="8" destOrd="0" presId="urn:microsoft.com/office/officeart/2005/8/layout/process1"/>
    <dgm:cxn modelId="{94057A7F-AFB4-4F90-9255-FAE9A9E7A704}" type="presParOf" srcId="{A7C2C519-9CF0-4E4C-8D4C-16ECBB390292}" destId="{156F1F21-79F4-49DF-BB83-4EB71EDA53F4}" srcOrd="9" destOrd="0" presId="urn:microsoft.com/office/officeart/2005/8/layout/process1"/>
    <dgm:cxn modelId="{80A413BE-0F81-4B89-9701-F1F5A9A526C3}" type="presParOf" srcId="{156F1F21-79F4-49DF-BB83-4EB71EDA53F4}" destId="{2B23A655-C6A1-4D43-B423-C230FDA14A87}" srcOrd="0" destOrd="0" presId="urn:microsoft.com/office/officeart/2005/8/layout/process1"/>
    <dgm:cxn modelId="{6B396B70-FC54-4E91-AE62-537C91A3264E}" type="presParOf" srcId="{A7C2C519-9CF0-4E4C-8D4C-16ECBB390292}" destId="{2876F1E6-7D37-48F7-A77C-21CE872A0413}" srcOrd="10" destOrd="0" presId="urn:microsoft.com/office/officeart/2005/8/layout/process1"/>
    <dgm:cxn modelId="{24908BE1-D71E-4620-AD3F-B88C4211E160}" type="presParOf" srcId="{A7C2C519-9CF0-4E4C-8D4C-16ECBB390292}" destId="{F769BBAB-A62E-4287-842A-042636F9BB70}" srcOrd="11" destOrd="0" presId="urn:microsoft.com/office/officeart/2005/8/layout/process1"/>
    <dgm:cxn modelId="{1E6D01B9-33E6-4AF4-97D6-1F0C4E6919A1}" type="presParOf" srcId="{F769BBAB-A62E-4287-842A-042636F9BB70}" destId="{E6CE16EE-6AFC-470F-803C-01BA5600A6A3}" srcOrd="0" destOrd="0" presId="urn:microsoft.com/office/officeart/2005/8/layout/process1"/>
    <dgm:cxn modelId="{E8C6A89E-00D4-488E-86C6-5353FB3C2EFF}" type="presParOf" srcId="{A7C2C519-9CF0-4E4C-8D4C-16ECBB390292}" destId="{891EB188-6815-4C10-9F88-7D96FE06F3AC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F6A1E9-5E97-4589-9330-B1888CFA664E}">
      <dsp:nvSpPr>
        <dsp:cNvPr id="0" name=""/>
        <dsp:cNvSpPr/>
      </dsp:nvSpPr>
      <dsp:spPr>
        <a:xfrm>
          <a:off x="2952" y="1824530"/>
          <a:ext cx="1118052" cy="7022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Invoice Received</a:t>
          </a:r>
        </a:p>
      </dsp:txBody>
      <dsp:txXfrm>
        <a:off x="23521" y="1845099"/>
        <a:ext cx="1076914" cy="661138"/>
      </dsp:txXfrm>
    </dsp:sp>
    <dsp:sp modelId="{769541C1-222A-4B46-87BB-DDD9A9545265}">
      <dsp:nvSpPr>
        <dsp:cNvPr id="0" name=""/>
        <dsp:cNvSpPr/>
      </dsp:nvSpPr>
      <dsp:spPr>
        <a:xfrm>
          <a:off x="1232810" y="2037030"/>
          <a:ext cx="237027" cy="27727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232810" y="2092485"/>
        <a:ext cx="165919" cy="166367"/>
      </dsp:txXfrm>
    </dsp:sp>
    <dsp:sp modelId="{0DA606C9-8194-4CCE-ACE7-CCF0D488C4D9}">
      <dsp:nvSpPr>
        <dsp:cNvPr id="0" name=""/>
        <dsp:cNvSpPr/>
      </dsp:nvSpPr>
      <dsp:spPr>
        <a:xfrm>
          <a:off x="1568226" y="1824530"/>
          <a:ext cx="1118052" cy="7022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Prep</a:t>
          </a:r>
        </a:p>
      </dsp:txBody>
      <dsp:txXfrm>
        <a:off x="1588795" y="1845099"/>
        <a:ext cx="1076914" cy="661138"/>
      </dsp:txXfrm>
    </dsp:sp>
    <dsp:sp modelId="{7A88E8FE-6A91-490D-A109-70DBFB3DD665}">
      <dsp:nvSpPr>
        <dsp:cNvPr id="0" name=""/>
        <dsp:cNvSpPr/>
      </dsp:nvSpPr>
      <dsp:spPr>
        <a:xfrm>
          <a:off x="2798084" y="2037030"/>
          <a:ext cx="237027" cy="27727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798084" y="2092485"/>
        <a:ext cx="165919" cy="166367"/>
      </dsp:txXfrm>
    </dsp:sp>
    <dsp:sp modelId="{4D3F81FC-4DA4-40FE-9CA6-2CCFB8354088}">
      <dsp:nvSpPr>
        <dsp:cNvPr id="0" name=""/>
        <dsp:cNvSpPr/>
      </dsp:nvSpPr>
      <dsp:spPr>
        <a:xfrm>
          <a:off x="3133499" y="1824530"/>
          <a:ext cx="1118052" cy="7022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Scan</a:t>
          </a:r>
        </a:p>
      </dsp:txBody>
      <dsp:txXfrm>
        <a:off x="3154068" y="1845099"/>
        <a:ext cx="1076914" cy="661138"/>
      </dsp:txXfrm>
    </dsp:sp>
    <dsp:sp modelId="{0C757C30-9846-40A8-889C-5D521538220C}">
      <dsp:nvSpPr>
        <dsp:cNvPr id="0" name=""/>
        <dsp:cNvSpPr/>
      </dsp:nvSpPr>
      <dsp:spPr>
        <a:xfrm>
          <a:off x="4363357" y="2037030"/>
          <a:ext cx="237027" cy="27727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363357" y="2092485"/>
        <a:ext cx="165919" cy="166367"/>
      </dsp:txXfrm>
    </dsp:sp>
    <dsp:sp modelId="{780F0776-6834-4712-93F5-9E96BBA85F33}">
      <dsp:nvSpPr>
        <dsp:cNvPr id="0" name=""/>
        <dsp:cNvSpPr/>
      </dsp:nvSpPr>
      <dsp:spPr>
        <a:xfrm>
          <a:off x="4698773" y="1824530"/>
          <a:ext cx="1118052" cy="7022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Entry</a:t>
          </a:r>
        </a:p>
      </dsp:txBody>
      <dsp:txXfrm>
        <a:off x="4719342" y="1845099"/>
        <a:ext cx="1076914" cy="661138"/>
      </dsp:txXfrm>
    </dsp:sp>
    <dsp:sp modelId="{A2F0C7C7-5A92-4A93-B211-FA7B1FFC09CB}">
      <dsp:nvSpPr>
        <dsp:cNvPr id="0" name=""/>
        <dsp:cNvSpPr/>
      </dsp:nvSpPr>
      <dsp:spPr>
        <a:xfrm>
          <a:off x="5928631" y="2037030"/>
          <a:ext cx="237027" cy="27727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928631" y="2092485"/>
        <a:ext cx="165919" cy="166367"/>
      </dsp:txXfrm>
    </dsp:sp>
    <dsp:sp modelId="{A7CA64D4-F112-48DB-85D7-CBA422324584}">
      <dsp:nvSpPr>
        <dsp:cNvPr id="0" name=""/>
        <dsp:cNvSpPr/>
      </dsp:nvSpPr>
      <dsp:spPr>
        <a:xfrm>
          <a:off x="6264047" y="1824530"/>
          <a:ext cx="1118052" cy="7022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AOS</a:t>
          </a:r>
        </a:p>
      </dsp:txBody>
      <dsp:txXfrm>
        <a:off x="6284616" y="1845099"/>
        <a:ext cx="1076914" cy="661138"/>
      </dsp:txXfrm>
    </dsp:sp>
    <dsp:sp modelId="{156F1F21-79F4-49DF-BB83-4EB71EDA53F4}">
      <dsp:nvSpPr>
        <dsp:cNvPr id="0" name=""/>
        <dsp:cNvSpPr/>
      </dsp:nvSpPr>
      <dsp:spPr>
        <a:xfrm>
          <a:off x="7493905" y="2037030"/>
          <a:ext cx="237027" cy="27727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493905" y="2092485"/>
        <a:ext cx="165919" cy="166367"/>
      </dsp:txXfrm>
    </dsp:sp>
    <dsp:sp modelId="{2876F1E6-7D37-48F7-A77C-21CE872A0413}">
      <dsp:nvSpPr>
        <dsp:cNvPr id="0" name=""/>
        <dsp:cNvSpPr/>
      </dsp:nvSpPr>
      <dsp:spPr>
        <a:xfrm>
          <a:off x="7829321" y="1824530"/>
          <a:ext cx="1118052" cy="7022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Accounts Payable</a:t>
          </a:r>
        </a:p>
      </dsp:txBody>
      <dsp:txXfrm>
        <a:off x="7849890" y="1845099"/>
        <a:ext cx="1076914" cy="661138"/>
      </dsp:txXfrm>
    </dsp:sp>
    <dsp:sp modelId="{F769BBAB-A62E-4287-842A-042636F9BB70}">
      <dsp:nvSpPr>
        <dsp:cNvPr id="0" name=""/>
        <dsp:cNvSpPr/>
      </dsp:nvSpPr>
      <dsp:spPr>
        <a:xfrm>
          <a:off x="9059179" y="2037030"/>
          <a:ext cx="237027" cy="27727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9059179" y="2092485"/>
        <a:ext cx="165919" cy="166367"/>
      </dsp:txXfrm>
    </dsp:sp>
    <dsp:sp modelId="{891EB188-6815-4C10-9F88-7D96FE06F3AC}">
      <dsp:nvSpPr>
        <dsp:cNvPr id="0" name=""/>
        <dsp:cNvSpPr/>
      </dsp:nvSpPr>
      <dsp:spPr>
        <a:xfrm>
          <a:off x="9394594" y="1824530"/>
          <a:ext cx="1118052" cy="7022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ERP</a:t>
          </a:r>
        </a:p>
      </dsp:txBody>
      <dsp:txXfrm>
        <a:off x="9415163" y="1845099"/>
        <a:ext cx="1076914" cy="661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C6DD2-0E3D-4C42-B6EA-843181FD4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790E0-BA91-4211-B3F5-9B90577E3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27098-5CAF-4AC9-AB72-53340F2C3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9220-1798-48AB-B6E2-222BCBFAEC73}" type="datetimeFigureOut">
              <a:rPr lang="en-US" smtClean="0"/>
              <a:t>5/23/2020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F3C94-9F21-4B25-A1A7-EF786E084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EDA6D-7AFC-4EEB-B1BC-B0F163FA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FFC1-20CD-4D69-8CBC-66465508C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404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76D46-E30B-4D89-ACA2-2478F0B99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418C9-F932-4466-B7EB-935273149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22157-032D-4DDF-AC6C-239BDA5C4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9220-1798-48AB-B6E2-222BCBFAEC73}" type="datetimeFigureOut">
              <a:rPr lang="en-US" smtClean="0"/>
              <a:t>5/23/2020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001FC-FDDE-43A4-BD60-B3BC878F3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DA821-1CB3-42C9-ACB7-563AE348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FFC1-20CD-4D69-8CBC-66465508C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39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970F2-6A0A-4E16-8DAE-E9E43C7B0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28F83-4E40-47AD-BBC1-48EF0BFE8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8AA1A-0F1A-44A7-879F-5AB432DBA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9220-1798-48AB-B6E2-222BCBFAEC73}" type="datetimeFigureOut">
              <a:rPr lang="en-US" smtClean="0"/>
              <a:t>5/23/2020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66C65-0426-482C-8651-14E21BD71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77B92-C541-47E7-9AA1-E922EEA1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FFC1-20CD-4D69-8CBC-66465508C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92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E273-CCB8-41C4-85D8-12C9D492F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1CF02-2DC9-41AB-AD5C-35CA7FC3C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C83F0-0620-42C5-9CB5-0DB29F03D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CC075-3BA5-4D12-AB22-0AC805AD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9220-1798-48AB-B6E2-222BCBFAEC73}" type="datetimeFigureOut">
              <a:rPr lang="en-US" smtClean="0"/>
              <a:t>5/23/2020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14124-3703-4FE8-BB51-DC6858821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50045-1590-45A7-863C-CBC566AF4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FFC1-20CD-4D69-8CBC-66465508C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53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2588-0739-47AC-8D8D-444ADF4C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61C50-9771-4527-8B06-5A82952AC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7932A-E324-464A-A216-4C5AA3576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A5615-AA4D-4216-B184-E73FC454F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B8C8E9-6F55-4F5C-A3BB-94E0519B7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82B38-44E7-422A-9840-DB3697807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9220-1798-48AB-B6E2-222BCBFAEC73}" type="datetimeFigureOut">
              <a:rPr lang="en-US" smtClean="0"/>
              <a:t>5/23/2020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392BE1-3A1E-47FE-842B-CAC5A443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45688A-E685-44E5-A17B-96510D15A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FFC1-20CD-4D69-8CBC-66465508C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9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ED47-D6AB-4560-899E-6C56FEBF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5E415-F81B-4076-AAE2-EA9883173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9220-1798-48AB-B6E2-222BCBFAEC73}" type="datetimeFigureOut">
              <a:rPr lang="en-US" smtClean="0"/>
              <a:t>5/23/2020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D1AFC-08C9-44E4-8409-08C030E2D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66D2F-53D1-4B4C-86B6-BDF8D775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FFC1-20CD-4D69-8CBC-66465508C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8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EF8114-4F15-42A0-ADAD-E776E78A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9220-1798-48AB-B6E2-222BCBFAEC73}" type="datetimeFigureOut">
              <a:rPr lang="en-US" smtClean="0"/>
              <a:t>5/23/2020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B75275-3464-4E67-8B1C-3046DBC2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1483A-13AB-490F-B328-AB6C0F4D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FFC1-20CD-4D69-8CBC-66465508C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42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E7B9F-E088-4077-8A42-DDD616B4C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042AD-58B0-4188-AE30-0A4E2226D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5C9C8-3F91-4078-81EC-5255B6692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798CF-AEA5-448E-8BF5-014138996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9220-1798-48AB-B6E2-222BCBFAEC73}" type="datetimeFigureOut">
              <a:rPr lang="en-US" smtClean="0"/>
              <a:t>5/23/2020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E5359-5265-44F8-80EE-5222E01D9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6463D-F70E-4E97-BDE0-FFDFBAAE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FFC1-20CD-4D69-8CBC-66465508C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5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B0BBB-900D-4397-AD2D-BF579AF6B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AB7F6B-FB4E-45E9-B3C0-72C5F447D6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14B80-E11E-40EA-B984-0480294C1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0C0D5-B0FE-4E97-A3C7-6B6BF0F43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9220-1798-48AB-B6E2-222BCBFAEC73}" type="datetimeFigureOut">
              <a:rPr lang="en-US" smtClean="0"/>
              <a:t>5/23/2020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43E67-22C5-498B-8BA2-A6768CB03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51A98-03E6-47F0-939D-EC974FBB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FFC1-20CD-4D69-8CBC-66465508C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07790-7FDA-4E28-8F36-602C88304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59437D-2CC7-4BB8-B023-B36011079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CE1C4-BC68-4672-B8BA-E66CAC9E8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9220-1798-48AB-B6E2-222BCBFAEC73}" type="datetimeFigureOut">
              <a:rPr lang="en-US" smtClean="0"/>
              <a:t>5/23/2020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A696B-73E6-4FC1-9EFB-053DA63BB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96C57-FF10-4BA0-8CF3-8D1C7A947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FFC1-20CD-4D69-8CBC-66465508C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23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5F20EF-7851-4D71-B30C-14DD86272C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D04B2-4DDB-4A33-8D5E-ADFB734E2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EA2A1-20D1-4838-8E21-B75CF418D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9220-1798-48AB-B6E2-222BCBFAEC73}" type="datetimeFigureOut">
              <a:rPr lang="en-US" smtClean="0"/>
              <a:t>5/23/2020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11B1E-C868-4EE4-9301-0C53797D7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271CF-31EB-4435-83A9-A4B8F3F33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FFC1-20CD-4D69-8CBC-66465508C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15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68DB4-1005-4C4D-8936-A89E6D3C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BC3DA-6BAB-4EB3-8293-EE720DCA7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63106-3BB4-4D95-8DDE-7CFCAC63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C9220-1798-48AB-B6E2-222BCBFAEC73}" type="datetimeFigureOut">
              <a:rPr lang="en-US" smtClean="0"/>
              <a:t>5/23/2020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DECD6-05E8-41D0-84FB-58BC064D6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C2FE9-1072-4030-842D-EAA3B8626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8FFC1-20CD-4D69-8CBC-66465508C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6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6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" name="Straight Connector 18">
            <a:extLst>
              <a:ext uri="{FF2B5EF4-FFF2-40B4-BE49-F238E27FC236}">
                <a16:creationId xmlns:a16="http://schemas.microsoft.com/office/drawing/2014/main" id="{911DBBF1-3229-4BD9-B3D1-B4CA571E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843625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0">
            <a:extLst>
              <a:ext uri="{FF2B5EF4-FFF2-40B4-BE49-F238E27FC236}">
                <a16:creationId xmlns:a16="http://schemas.microsoft.com/office/drawing/2014/main" id="{5BC87C3E-1040-4EE4-9BDB-9537F7A1B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68282"/>
            <a:ext cx="12192000" cy="49469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7AEE00-2122-403F-AC5A-FACCD90A9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338" y="1566473"/>
            <a:ext cx="10601325" cy="2166723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Batch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EBE2D-56DB-4960-B8ED-3CA81CE28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338" y="4092320"/>
            <a:ext cx="10601325" cy="1144884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Irene Liu</a:t>
            </a:r>
          </a:p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CPSC 408</a:t>
            </a:r>
          </a:p>
        </p:txBody>
      </p:sp>
      <p:cxnSp>
        <p:nvCxnSpPr>
          <p:cNvPr id="30" name="Straight Connector 22">
            <a:extLst>
              <a:ext uri="{FF2B5EF4-FFF2-40B4-BE49-F238E27FC236}">
                <a16:creationId xmlns:a16="http://schemas.microsoft.com/office/drawing/2014/main" id="{42CDBECE-872A-4C73-9DC1-BB4E805E2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3894594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24">
            <a:extLst>
              <a:ext uri="{FF2B5EF4-FFF2-40B4-BE49-F238E27FC236}">
                <a16:creationId xmlns:a16="http://schemas.microsoft.com/office/drawing/2014/main" id="{F5CD5A0B-CDD7-427C-AA42-2EECFDFA1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6028863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933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671ECC-5A31-4A3F-BA81-020A1E8C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18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Current Process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E35B83-1EC3-4F87-9D54-D86346335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7636" y="1957388"/>
            <a:ext cx="1039672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7B6131-4C78-43FC-BC01-D937BD645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9173"/>
            <a:ext cx="10515600" cy="3659988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BPO operators do scanning and data entry on customer invoices received through e-mail or physical mail</a:t>
            </a:r>
          </a:p>
          <a:p>
            <a:r>
              <a:rPr lang="en-US" sz="2400">
                <a:solidFill>
                  <a:schemeClr val="bg1"/>
                </a:solidFill>
              </a:rPr>
              <a:t>Documents are processed as a batch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Grouped by customer and time frame</a:t>
            </a:r>
          </a:p>
          <a:p>
            <a:r>
              <a:rPr lang="en-US" sz="2400">
                <a:solidFill>
                  <a:schemeClr val="bg1"/>
                </a:solidFill>
              </a:rPr>
              <a:t>For SLA compliance and billing, operators have to record and verify the following information: 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Receive Time (Based off of the oldest document in the batch)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Release Time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Document Count</a:t>
            </a:r>
          </a:p>
        </p:txBody>
      </p:sp>
    </p:spTree>
    <p:extLst>
      <p:ext uri="{BB962C8B-B14F-4D97-AF65-F5344CB8AC3E}">
        <p14:creationId xmlns:p14="http://schemas.microsoft.com/office/powerpoint/2010/main" val="3091837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ED4CD-A200-4D56-831F-97D117C86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Workflow Diagram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E8787C-20F9-41FF-B168-EA335A7CA4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44300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733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B8276-95F1-4180-A457-FAAE0EC47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18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The Problem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E35B83-1EC3-4F87-9D54-D86346335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7636" y="1957388"/>
            <a:ext cx="1039672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44F01-5D6B-4878-9BBD-B593F72DA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9173"/>
            <a:ext cx="10515600" cy="3659988"/>
          </a:xfrm>
        </p:spPr>
        <p:txBody>
          <a:bodyPr>
            <a:norm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Current workflow requires operators to do the following: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Record times and counts on a physical log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Transfer information to an excel spreadsheet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Manually verify that the spreadsheet counts match a report generated by an Application Object Server</a:t>
            </a:r>
          </a:p>
          <a:p>
            <a:pPr lvl="2"/>
            <a:r>
              <a:rPr lang="en-US" sz="1500" dirty="0">
                <a:solidFill>
                  <a:schemeClr val="bg1"/>
                </a:solidFill>
              </a:rPr>
              <a:t>Daily Totals for each customer are checked once a day</a:t>
            </a:r>
          </a:p>
          <a:p>
            <a:pPr lvl="2"/>
            <a:r>
              <a:rPr lang="en-US" sz="1500" dirty="0">
                <a:solidFill>
                  <a:schemeClr val="bg1"/>
                </a:solidFill>
              </a:rPr>
              <a:t>Monthly Totals are checked at the beginning of the (next) month</a:t>
            </a:r>
          </a:p>
          <a:p>
            <a:r>
              <a:rPr lang="en-US" sz="1500" dirty="0">
                <a:solidFill>
                  <a:schemeClr val="bg1"/>
                </a:solidFill>
              </a:rPr>
              <a:t>Leaves room for operator error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Functions in cells are often erased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Operators spend more time on formatting than is necessary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Adding more rows can be difficult</a:t>
            </a:r>
          </a:p>
          <a:p>
            <a:r>
              <a:rPr lang="en-US" sz="1500" dirty="0">
                <a:solidFill>
                  <a:schemeClr val="bg1"/>
                </a:solidFill>
              </a:rPr>
              <a:t>Excel does not support concurrent access</a:t>
            </a:r>
          </a:p>
          <a:p>
            <a:r>
              <a:rPr lang="en-US" sz="1500" dirty="0">
                <a:solidFill>
                  <a:schemeClr val="bg1"/>
                </a:solidFill>
              </a:rPr>
              <a:t>All information has to be manually reentered if spreadsheet is corrupted</a:t>
            </a:r>
          </a:p>
          <a:p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385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2B3FA3-63C0-40A1-998B-B62004D85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18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The Solution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E35B83-1EC3-4F87-9D54-D86346335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7636" y="1957388"/>
            <a:ext cx="1039672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92D0E-8DF8-4CA8-A73F-B5AC68088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9173"/>
            <a:ext cx="10515600" cy="365998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Web Application + Database</a:t>
            </a:r>
          </a:p>
          <a:p>
            <a:r>
              <a:rPr lang="en-US" sz="2400" dirty="0">
                <a:solidFill>
                  <a:schemeClr val="bg1"/>
                </a:solidFill>
              </a:rPr>
              <a:t>Support concurrent access (read/write)</a:t>
            </a:r>
          </a:p>
          <a:p>
            <a:r>
              <a:rPr lang="en-US" sz="2400" dirty="0">
                <a:solidFill>
                  <a:schemeClr val="bg1"/>
                </a:solidFill>
              </a:rPr>
              <a:t>All information located in one area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No need to look at 20 different spreadsheets broken up by customer and month</a:t>
            </a:r>
          </a:p>
          <a:p>
            <a:r>
              <a:rPr lang="en-US" sz="2400" dirty="0">
                <a:solidFill>
                  <a:schemeClr val="bg1"/>
                </a:solidFill>
              </a:rPr>
              <a:t>Adding/Deleting records is simple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Less time spent on column formatting</a:t>
            </a:r>
          </a:p>
          <a:p>
            <a:r>
              <a:rPr lang="en-US" sz="2400" dirty="0">
                <a:solidFill>
                  <a:schemeClr val="bg1"/>
                </a:solidFill>
              </a:rPr>
              <a:t>Allows for easy searching</a:t>
            </a:r>
          </a:p>
          <a:p>
            <a:r>
              <a:rPr lang="en-US" sz="2400" dirty="0">
                <a:solidFill>
                  <a:schemeClr val="bg1"/>
                </a:solidFill>
              </a:rPr>
              <a:t>Data is durable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099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9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09F5D-DECD-49E2-A9F2-F15FDAB9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Schema</a:t>
            </a:r>
          </a:p>
        </p:txBody>
      </p:sp>
      <p:pic>
        <p:nvPicPr>
          <p:cNvPr id="5" name="Content Placeholder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EA8F7426-AF73-4B2B-8B8C-DACBECD32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322" y="492573"/>
            <a:ext cx="5498544" cy="58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56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29">
            <a:extLst>
              <a:ext uri="{FF2B5EF4-FFF2-40B4-BE49-F238E27FC236}">
                <a16:creationId xmlns:a16="http://schemas.microsoft.com/office/drawing/2014/main" id="{DFDA47BC-3069-47F5-8257-24B3B1F76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2927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E658BC9E-1402-42A0-A2AD-6445F738C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59" y="982364"/>
            <a:ext cx="2648371" cy="2648371"/>
          </a:xfrm>
          <a:prstGeom prst="rect">
            <a:avLst/>
          </a:prstGeom>
        </p:spPr>
      </p:pic>
      <p:sp>
        <p:nvSpPr>
          <p:cNvPr id="40" name="Rectangle 31">
            <a:extLst>
              <a:ext uri="{FF2B5EF4-FFF2-40B4-BE49-F238E27FC236}">
                <a16:creationId xmlns:a16="http://schemas.microsoft.com/office/drawing/2014/main" id="{7AE95D8F-9825-4222-8846-E3461598C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05CA0-CFC0-4687-9D5F-4BB3724B6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38" y="475663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Demonstration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A4B52-C3DD-4A8E-AC5B-7CFF1C144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9362" y="5815698"/>
            <a:ext cx="9144000" cy="42000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000">
              <a:solidFill>
                <a:srgbClr val="E7E6E6"/>
              </a:solidFill>
            </a:endParaRPr>
          </a:p>
        </p:txBody>
      </p:sp>
      <p:pic>
        <p:nvPicPr>
          <p:cNvPr id="18" name="Picture 17" descr="A picture containing drawing&#10;&#10;Description automatically generated">
            <a:extLst>
              <a:ext uri="{FF2B5EF4-FFF2-40B4-BE49-F238E27FC236}">
                <a16:creationId xmlns:a16="http://schemas.microsoft.com/office/drawing/2014/main" id="{EF424222-F872-42F9-8791-B8533205E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1" y="1531978"/>
            <a:ext cx="2659472" cy="1549142"/>
          </a:xfrm>
          <a:prstGeom prst="rect">
            <a:avLst/>
          </a:prstGeom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051EC217-15BF-4D30-89F5-1F32ED9FF2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143" y="609962"/>
            <a:ext cx="2646677" cy="3393175"/>
          </a:xfrm>
          <a:prstGeom prst="rect">
            <a:avLst/>
          </a:prstGeom>
        </p:spPr>
      </p:pic>
      <p:cxnSp>
        <p:nvCxnSpPr>
          <p:cNvPr id="41" name="Straight Connector 33">
            <a:extLst>
              <a:ext uri="{FF2B5EF4-FFF2-40B4-BE49-F238E27FC236}">
                <a16:creationId xmlns:a16="http://schemas.microsoft.com/office/drawing/2014/main" id="{942B920A-73AD-402A-8EEF-B88E1A93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68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35">
            <a:extLst>
              <a:ext uri="{FF2B5EF4-FFF2-40B4-BE49-F238E27FC236}">
                <a16:creationId xmlns:a16="http://schemas.microsoft.com/office/drawing/2014/main" id="{00C9EB70-BC82-414A-BF8D-AD7FC6727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609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picture containing cup&#10;&#10;Description automatically generated">
            <a:extLst>
              <a:ext uri="{FF2B5EF4-FFF2-40B4-BE49-F238E27FC236}">
                <a16:creationId xmlns:a16="http://schemas.microsoft.com/office/drawing/2014/main" id="{C39E97ED-A8C4-4B2E-AA45-57C90EEB4C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269" y="1176042"/>
            <a:ext cx="2648372" cy="230564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217665F-0036-444A-8D4A-33AF36A36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2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AC33D-75AA-48D5-8085-B2C0E5712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Planned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A6686-C27F-4D71-8C27-4A556DF32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Required</a:t>
            </a:r>
          </a:p>
          <a:p>
            <a:r>
              <a:rPr lang="en-US" sz="2000" dirty="0"/>
              <a:t>Transactions</a:t>
            </a:r>
          </a:p>
          <a:p>
            <a:r>
              <a:rPr lang="en-US" sz="2000" dirty="0"/>
              <a:t>Time reporting</a:t>
            </a:r>
          </a:p>
          <a:p>
            <a:pPr lvl="1"/>
            <a:r>
              <a:rPr lang="en-US" sz="1600" dirty="0"/>
              <a:t>Check if receive – release is &lt; 48 hours (excl. weekends)</a:t>
            </a:r>
          </a:p>
          <a:p>
            <a:r>
              <a:rPr lang="en-US" sz="2000" dirty="0"/>
              <a:t>Indexing</a:t>
            </a:r>
            <a:endParaRPr lang="en-US" sz="1600" dirty="0"/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CDE69-68F8-4132-9F93-D275D66BC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Optional</a:t>
            </a:r>
          </a:p>
          <a:p>
            <a:r>
              <a:rPr lang="en-US" sz="2000" dirty="0"/>
              <a:t>Expand the search function to query more than 1 field</a:t>
            </a:r>
          </a:p>
          <a:p>
            <a:r>
              <a:rPr lang="en-US" sz="2000" dirty="0"/>
              <a:t>Return sorted data</a:t>
            </a:r>
          </a:p>
          <a:p>
            <a:r>
              <a:rPr lang="en-US" sz="2000" dirty="0"/>
              <a:t>User Logins</a:t>
            </a:r>
          </a:p>
          <a:p>
            <a:r>
              <a:rPr lang="en-US" sz="2000" dirty="0"/>
              <a:t>Visualizations</a:t>
            </a:r>
          </a:p>
          <a:p>
            <a:r>
              <a:rPr lang="en-US" sz="2000" dirty="0"/>
              <a:t>Quick view on Home Page</a:t>
            </a:r>
          </a:p>
          <a:p>
            <a:r>
              <a:rPr lang="en-US" sz="2000" dirty="0"/>
              <a:t>Paginate the table results</a:t>
            </a:r>
          </a:p>
        </p:txBody>
      </p:sp>
    </p:spTree>
    <p:extLst>
      <p:ext uri="{BB962C8B-B14F-4D97-AF65-F5344CB8AC3E}">
        <p14:creationId xmlns:p14="http://schemas.microsoft.com/office/powerpoint/2010/main" val="3793113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289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Batch Report</vt:lpstr>
      <vt:lpstr>Current Process</vt:lpstr>
      <vt:lpstr>Workflow Diagram</vt:lpstr>
      <vt:lpstr>The Problem</vt:lpstr>
      <vt:lpstr>The Solution</vt:lpstr>
      <vt:lpstr>Schema</vt:lpstr>
      <vt:lpstr>Demonstration</vt:lpstr>
      <vt:lpstr>Planned Progress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Batch Report</dc:title>
  <dc:creator>Irene Liu</dc:creator>
  <cp:lastModifiedBy>Irene Liu</cp:lastModifiedBy>
  <cp:revision>3</cp:revision>
  <dcterms:created xsi:type="dcterms:W3CDTF">2020-05-22T20:20:53Z</dcterms:created>
  <dcterms:modified xsi:type="dcterms:W3CDTF">2020-05-23T21:58:46Z</dcterms:modified>
</cp:coreProperties>
</file>